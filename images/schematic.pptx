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63" d="100"/>
          <a:sy n="63" d="100"/>
        </p:scale>
        <p:origin x="804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CFA792-25F3-0E54-1A15-A585485D501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944D722-87B5-3391-CF31-799EBC6BE5C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0DD43A-4A2A-9B8A-72B6-C99384A420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C350D9-E559-450B-A5B6-D4D031A8BEDA}" type="datetimeFigureOut">
              <a:rPr lang="en-SG" smtClean="0"/>
              <a:t>9/2/2025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1B2F17-F446-71FD-F740-77EABB0008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BADE0BD-E689-BD27-3C37-A072E5B159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661391-5188-49FA-AF07-E4F286E093D4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6410158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1E2D42-1F35-4D28-9505-8977B5788C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756949-0F46-4440-91A0-71C7B34772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35ACC7-61B8-86E9-6F56-E6DD1B4A7A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C350D9-E559-450B-A5B6-D4D031A8BEDA}" type="datetimeFigureOut">
              <a:rPr lang="en-SG" smtClean="0"/>
              <a:t>9/2/2025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77AF2A5-040F-5782-ED03-75C74C5686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9C3E12-536D-0A18-9EA7-56563578D2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661391-5188-49FA-AF07-E4F286E093D4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1626672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790531-DBDA-BFEA-22EA-03435AC8B9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5B339C7-8076-59C2-A9C5-6D341097A05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F31330-582D-3D4B-CA5C-1BC52576C0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C350D9-E559-450B-A5B6-D4D031A8BEDA}" type="datetimeFigureOut">
              <a:rPr lang="en-SG" smtClean="0"/>
              <a:t>9/2/2025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DF64F51-15C7-2BFF-71A2-2B8E724B7C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F16F49-AC3A-2E0D-D248-E47507C10B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661391-5188-49FA-AF07-E4F286E093D4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658462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1ACEA3-0508-E02D-4D05-2CDC495A88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D0316A-AD81-8586-0297-A792CC15660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2E0CAB8-9E9F-6E9D-3B09-D547EAA971F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E311B91-CB63-56B3-9A67-08262DBE0B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C350D9-E559-450B-A5B6-D4D031A8BEDA}" type="datetimeFigureOut">
              <a:rPr lang="en-SG" smtClean="0"/>
              <a:t>9/2/2025</a:t>
            </a:fld>
            <a:endParaRPr lang="en-S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12BCC1E-E04E-348A-82B9-97A59BE321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5A9A61F-82B3-CB15-8177-51C0101537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661391-5188-49FA-AF07-E4F286E093D4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42770029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50FBA1-37A5-93EE-86D7-64BA660F79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DC91A06-B955-E3EE-DAB1-BC6FA124738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C9E07C7-2199-A336-16F0-F64930B09C1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91D3D7A-7EFC-533A-7B52-F1104063DBA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0BAF7B4-23D0-8854-1409-DBBFAA87251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D9F9A8B-86AF-0630-2A35-251D457EA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C350D9-E559-450B-A5B6-D4D031A8BEDA}" type="datetimeFigureOut">
              <a:rPr lang="en-SG" smtClean="0"/>
              <a:t>9/2/2025</a:t>
            </a:fld>
            <a:endParaRPr lang="en-SG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556425C-EB9B-3173-F550-13D5326FA0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1E58B4C-FE91-8567-8A48-7E8A58CA75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661391-5188-49FA-AF07-E4F286E093D4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0999106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7AFA4D-AE7F-448C-9949-7ADE9F1C00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914A529-1071-555B-24B2-D078EB451F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C350D9-E559-450B-A5B6-D4D031A8BEDA}" type="datetimeFigureOut">
              <a:rPr lang="en-SG" smtClean="0"/>
              <a:t>9/2/2025</a:t>
            </a:fld>
            <a:endParaRPr lang="en-SG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CB19331-3AF3-90B7-1E9A-33D7C39ADE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462EB5B-2319-69CA-C84E-80E3584804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661391-5188-49FA-AF07-E4F286E093D4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1780131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FE929D9-B9F7-4138-E67D-2005F3776C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C350D9-E559-450B-A5B6-D4D031A8BEDA}" type="datetimeFigureOut">
              <a:rPr lang="en-SG" smtClean="0"/>
              <a:t>9/2/2025</a:t>
            </a:fld>
            <a:endParaRPr lang="en-SG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36A5ABE-F48D-8AE4-52F8-81EDBACB40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3DB1393-461E-7880-66D0-1434DCBEA7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661391-5188-49FA-AF07-E4F286E093D4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1679789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EDA11A-B67C-467B-E574-DA2E7F5532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CB7286-1839-97C9-EF9A-36FDB9FC06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CFF9323-69E1-CB29-BC5D-05434E3EDB7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9EA931D-324C-F0D5-EEC6-88D4E85521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C350D9-E559-450B-A5B6-D4D031A8BEDA}" type="datetimeFigureOut">
              <a:rPr lang="en-SG" smtClean="0"/>
              <a:t>9/2/2025</a:t>
            </a:fld>
            <a:endParaRPr lang="en-S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B365324-7C18-F621-2D90-9EF6AA3223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FCD2209-AEEF-A72E-88FB-3FE0482615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661391-5188-49FA-AF07-E4F286E093D4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40235150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7A0AAF-6AB5-F902-9E29-008A8C9201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FAF9E4B-4D89-4BC4-6B8C-A89A9F87023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SG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CF8B123-41E9-4FAD-37E4-A769951E36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D8C6879-636D-A734-86A9-DDE8D29AAC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C350D9-E559-450B-A5B6-D4D031A8BEDA}" type="datetimeFigureOut">
              <a:rPr lang="en-SG" smtClean="0"/>
              <a:t>9/2/2025</a:t>
            </a:fld>
            <a:endParaRPr lang="en-S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068C7E0-90AE-E368-B497-21B5EBB6B2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158C523-5253-4F9E-7577-91F886918B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661391-5188-49FA-AF07-E4F286E093D4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3342680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8DED00-34EF-988F-D970-1DE38E0749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4CBB45B-F113-E8CE-F38D-7496C4D81CF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E9ED08-CAC8-D84F-AF8F-B224CC05DC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C350D9-E559-450B-A5B6-D4D031A8BEDA}" type="datetimeFigureOut">
              <a:rPr lang="en-SG" smtClean="0"/>
              <a:t>9/2/2025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13D14D-598D-1BD8-6C70-EDCE0BD538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D26415D-7E61-31AE-8F0E-2DBCA8EDEC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661391-5188-49FA-AF07-E4F286E093D4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1807635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35840F0-FA53-CB24-5DDE-9F4AF3A6C17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A1433D9-E57F-59AD-9706-FC9FE6D56EE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9CBD16-25DA-EF56-4713-7972DE1158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C350D9-E559-450B-A5B6-D4D031A8BEDA}" type="datetimeFigureOut">
              <a:rPr lang="en-SG" smtClean="0"/>
              <a:t>9/2/2025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FD67EE-70B9-03B1-AB9A-FACDDCE255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92245A-DEDD-4BB8-8384-35728E2E99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661391-5188-49FA-AF07-E4F286E093D4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9510067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70E9E3F-0F53-FC83-037B-C30537A55E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FE8FF12-3434-03A1-9E16-BE2554A4FB4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79BFF0-A018-A200-FD46-BD31E6C3CFD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6C350D9-E559-450B-A5B6-D4D031A8BEDA}" type="datetimeFigureOut">
              <a:rPr lang="en-SG" smtClean="0"/>
              <a:t>9/2/2025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70A5454-3172-2CAF-7EA7-6258646564F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76CDFC-35A5-5214-6FC6-0A255EF77D0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C661391-5188-49FA-AF07-E4F286E093D4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118405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9C2492A7-CF93-B267-D552-502BFE548E0C}"/>
              </a:ext>
            </a:extLst>
          </p:cNvPr>
          <p:cNvSpPr/>
          <p:nvPr/>
        </p:nvSpPr>
        <p:spPr>
          <a:xfrm>
            <a:off x="976989" y="2763120"/>
            <a:ext cx="1554480" cy="726440"/>
          </a:xfrm>
          <a:prstGeom prst="roundRect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Client</a:t>
            </a:r>
            <a:endParaRPr lang="en-SG" sz="2400" b="1" dirty="0"/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5C31F4B8-3137-6D25-5CCD-E5EAF07CD482}"/>
              </a:ext>
            </a:extLst>
          </p:cNvPr>
          <p:cNvCxnSpPr/>
          <p:nvPr/>
        </p:nvCxnSpPr>
        <p:spPr>
          <a:xfrm>
            <a:off x="2815949" y="2849749"/>
            <a:ext cx="1696720" cy="0"/>
          </a:xfrm>
          <a:prstGeom prst="straightConnector1">
            <a:avLst/>
          </a:prstGeom>
          <a:ln w="66675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8D952D50-13DF-BDA1-8B9A-3380D45DC60A}"/>
              </a:ext>
            </a:extLst>
          </p:cNvPr>
          <p:cNvCxnSpPr>
            <a:cxnSpLocks/>
          </p:cNvCxnSpPr>
          <p:nvPr/>
        </p:nvCxnSpPr>
        <p:spPr>
          <a:xfrm flipH="1">
            <a:off x="2806324" y="3429000"/>
            <a:ext cx="1696720" cy="0"/>
          </a:xfrm>
          <a:prstGeom prst="straightConnector1">
            <a:avLst/>
          </a:prstGeom>
          <a:ln w="66675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84F13D63-06DE-F578-F45A-E277DC095F94}"/>
              </a:ext>
            </a:extLst>
          </p:cNvPr>
          <p:cNvSpPr txBox="1"/>
          <p:nvPr/>
        </p:nvSpPr>
        <p:spPr>
          <a:xfrm>
            <a:off x="2698546" y="2895506"/>
            <a:ext cx="189353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HTTP request</a:t>
            </a:r>
            <a:endParaRPr lang="en-SG" sz="2400" b="1" dirty="0"/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632B9A35-326C-FE79-D761-378E26D8706B}"/>
              </a:ext>
            </a:extLst>
          </p:cNvPr>
          <p:cNvSpPr/>
          <p:nvPr/>
        </p:nvSpPr>
        <p:spPr>
          <a:xfrm>
            <a:off x="4805679" y="1219202"/>
            <a:ext cx="5926489" cy="3981914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07DECA80-DC2E-57BB-88F5-BA4EF75821E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46720" y="4634578"/>
            <a:ext cx="1722921" cy="392024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2F581DE4-747C-2E39-7AC2-D43540357F1B}"/>
              </a:ext>
            </a:extLst>
          </p:cNvPr>
          <p:cNvSpPr txBox="1"/>
          <p:nvPr/>
        </p:nvSpPr>
        <p:spPr>
          <a:xfrm>
            <a:off x="5597488" y="4591278"/>
            <a:ext cx="236019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Docker container</a:t>
            </a:r>
            <a:endParaRPr lang="en-SG" sz="2400" b="1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5275FB5-13D4-26E1-751C-20FE0B2AE187}"/>
              </a:ext>
            </a:extLst>
          </p:cNvPr>
          <p:cNvSpPr txBox="1"/>
          <p:nvPr/>
        </p:nvSpPr>
        <p:spPr>
          <a:xfrm>
            <a:off x="6009620" y="1331537"/>
            <a:ext cx="308257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Model server on Azure</a:t>
            </a:r>
            <a:endParaRPr lang="en-SG" sz="2400" b="1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19AD3FF-F79B-5DCA-4AD1-D805405CE681}"/>
              </a:ext>
            </a:extLst>
          </p:cNvPr>
          <p:cNvSpPr txBox="1"/>
          <p:nvPr/>
        </p:nvSpPr>
        <p:spPr>
          <a:xfrm>
            <a:off x="5597488" y="3567223"/>
            <a:ext cx="82426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Flask</a:t>
            </a:r>
            <a:endParaRPr lang="en-SG" sz="2400" b="1" dirty="0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A683FDBC-B3E3-2170-4BF7-3BF79169F4E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74664" y="2331942"/>
            <a:ext cx="1160835" cy="1160835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BB8CF8EF-6D4A-3782-2352-DD1BA274E03F}"/>
              </a:ext>
            </a:extLst>
          </p:cNvPr>
          <p:cNvSpPr txBox="1"/>
          <p:nvPr/>
        </p:nvSpPr>
        <p:spPr>
          <a:xfrm>
            <a:off x="6930084" y="3479086"/>
            <a:ext cx="359002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/>
              <a:t>Random Forest </a:t>
            </a:r>
          </a:p>
          <a:p>
            <a:pPr algn="ctr"/>
            <a:r>
              <a:rPr lang="en-US" sz="2400" b="1" dirty="0"/>
              <a:t>model </a:t>
            </a:r>
            <a:endParaRPr lang="en-SG" sz="2400" b="1" dirty="0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3E182787-D5A6-B33A-D98E-E025BA4478E6}"/>
              </a:ext>
            </a:extLst>
          </p:cNvPr>
          <p:cNvSpPr/>
          <p:nvPr/>
        </p:nvSpPr>
        <p:spPr>
          <a:xfrm>
            <a:off x="8203164" y="2307376"/>
            <a:ext cx="99962" cy="94147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CD0917ED-26BB-F69F-CB92-EE05B6277432}"/>
              </a:ext>
            </a:extLst>
          </p:cNvPr>
          <p:cNvSpPr/>
          <p:nvPr/>
        </p:nvSpPr>
        <p:spPr>
          <a:xfrm>
            <a:off x="8476114" y="2512925"/>
            <a:ext cx="99962" cy="94147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B333C6C0-5B8B-8C1B-A50D-7860BAF0276A}"/>
              </a:ext>
            </a:extLst>
          </p:cNvPr>
          <p:cNvSpPr/>
          <p:nvPr/>
        </p:nvSpPr>
        <p:spPr>
          <a:xfrm>
            <a:off x="7964003" y="2512926"/>
            <a:ext cx="99962" cy="94147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09C11240-CE16-73EC-9CE0-190066076CED}"/>
              </a:ext>
            </a:extLst>
          </p:cNvPr>
          <p:cNvSpPr/>
          <p:nvPr/>
        </p:nvSpPr>
        <p:spPr>
          <a:xfrm>
            <a:off x="8203164" y="2728022"/>
            <a:ext cx="99962" cy="94147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157781ED-10D8-ADD7-3917-98D8AFE7A774}"/>
              </a:ext>
            </a:extLst>
          </p:cNvPr>
          <p:cNvSpPr/>
          <p:nvPr/>
        </p:nvSpPr>
        <p:spPr>
          <a:xfrm>
            <a:off x="7774268" y="2849141"/>
            <a:ext cx="99962" cy="94147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6D66FAEE-5F87-B0FF-83AD-D9165B320DB5}"/>
              </a:ext>
            </a:extLst>
          </p:cNvPr>
          <p:cNvSpPr/>
          <p:nvPr/>
        </p:nvSpPr>
        <p:spPr>
          <a:xfrm>
            <a:off x="7622587" y="3094344"/>
            <a:ext cx="99962" cy="94147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696B1573-646F-73F2-F2B9-D6CEB41AE003}"/>
              </a:ext>
            </a:extLst>
          </p:cNvPr>
          <p:cNvSpPr/>
          <p:nvPr/>
        </p:nvSpPr>
        <p:spPr>
          <a:xfrm>
            <a:off x="7900617" y="3104794"/>
            <a:ext cx="99962" cy="94147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8364A2D6-4BBA-4AEC-87CB-50BA0B4DDD9D}"/>
              </a:ext>
            </a:extLst>
          </p:cNvPr>
          <p:cNvSpPr/>
          <p:nvPr/>
        </p:nvSpPr>
        <p:spPr>
          <a:xfrm>
            <a:off x="8476114" y="2911368"/>
            <a:ext cx="99962" cy="94147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27CB1B66-7DB7-3A94-6361-C0946A7A3301}"/>
              </a:ext>
            </a:extLst>
          </p:cNvPr>
          <p:cNvSpPr/>
          <p:nvPr/>
        </p:nvSpPr>
        <p:spPr>
          <a:xfrm>
            <a:off x="8329674" y="3149698"/>
            <a:ext cx="99962" cy="94147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DB8D76E7-F76C-972A-18AC-037563C36991}"/>
              </a:ext>
            </a:extLst>
          </p:cNvPr>
          <p:cNvSpPr/>
          <p:nvPr/>
        </p:nvSpPr>
        <p:spPr>
          <a:xfrm>
            <a:off x="8638386" y="3157748"/>
            <a:ext cx="99962" cy="94147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F2F0DBDD-7AA3-0656-7D3F-6BFB10D62C74}"/>
              </a:ext>
            </a:extLst>
          </p:cNvPr>
          <p:cNvCxnSpPr>
            <a:cxnSpLocks/>
            <a:endCxn id="25" idx="0"/>
          </p:cNvCxnSpPr>
          <p:nvPr/>
        </p:nvCxnSpPr>
        <p:spPr>
          <a:xfrm>
            <a:off x="8253145" y="2407873"/>
            <a:ext cx="0" cy="32014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73AF0226-6C51-8FF2-DE4F-43020D214A31}"/>
              </a:ext>
            </a:extLst>
          </p:cNvPr>
          <p:cNvCxnSpPr>
            <a:stCxn id="22" idx="3"/>
            <a:endCxn id="24" idx="7"/>
          </p:cNvCxnSpPr>
          <p:nvPr/>
        </p:nvCxnSpPr>
        <p:spPr>
          <a:xfrm flipH="1">
            <a:off x="8049326" y="2387735"/>
            <a:ext cx="168477" cy="13897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37976B8C-B2C0-D0EB-FCD6-9DE7BA03424F}"/>
              </a:ext>
            </a:extLst>
          </p:cNvPr>
          <p:cNvCxnSpPr>
            <a:stCxn id="22" idx="5"/>
            <a:endCxn id="23" idx="1"/>
          </p:cNvCxnSpPr>
          <p:nvPr/>
        </p:nvCxnSpPr>
        <p:spPr>
          <a:xfrm>
            <a:off x="8288487" y="2387735"/>
            <a:ext cx="202266" cy="13897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06760B4A-8D08-56FD-A6AA-45C23781A043}"/>
              </a:ext>
            </a:extLst>
          </p:cNvPr>
          <p:cNvCxnSpPr>
            <a:cxnSpLocks/>
            <a:endCxn id="26" idx="0"/>
          </p:cNvCxnSpPr>
          <p:nvPr/>
        </p:nvCxnSpPr>
        <p:spPr>
          <a:xfrm flipH="1">
            <a:off x="7824249" y="2600978"/>
            <a:ext cx="154393" cy="24816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475D1E72-279F-6E59-0395-13A853F9E368}"/>
              </a:ext>
            </a:extLst>
          </p:cNvPr>
          <p:cNvCxnSpPr>
            <a:cxnSpLocks/>
            <a:stCxn id="26" idx="4"/>
          </p:cNvCxnSpPr>
          <p:nvPr/>
        </p:nvCxnSpPr>
        <p:spPr>
          <a:xfrm flipH="1">
            <a:off x="7681278" y="2943288"/>
            <a:ext cx="142971" cy="15105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AD8E4430-1B2B-136D-EBC0-E46E741E4569}"/>
              </a:ext>
            </a:extLst>
          </p:cNvPr>
          <p:cNvCxnSpPr>
            <a:stCxn id="26" idx="4"/>
            <a:endCxn id="28" idx="0"/>
          </p:cNvCxnSpPr>
          <p:nvPr/>
        </p:nvCxnSpPr>
        <p:spPr>
          <a:xfrm>
            <a:off x="7824249" y="2943288"/>
            <a:ext cx="126349" cy="16150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Straight Connector 53">
            <a:extLst>
              <a:ext uri="{FF2B5EF4-FFF2-40B4-BE49-F238E27FC236}">
                <a16:creationId xmlns:a16="http://schemas.microsoft.com/office/drawing/2014/main" id="{A5DAB607-3B11-1206-D340-472032B6269C}"/>
              </a:ext>
            </a:extLst>
          </p:cNvPr>
          <p:cNvCxnSpPr>
            <a:cxnSpLocks/>
          </p:cNvCxnSpPr>
          <p:nvPr/>
        </p:nvCxnSpPr>
        <p:spPr>
          <a:xfrm>
            <a:off x="8529320" y="2591219"/>
            <a:ext cx="0" cy="32014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768CB1FD-3B3A-854F-512D-6B23EE5F3F93}"/>
              </a:ext>
            </a:extLst>
          </p:cNvPr>
          <p:cNvCxnSpPr>
            <a:cxnSpLocks/>
          </p:cNvCxnSpPr>
          <p:nvPr/>
        </p:nvCxnSpPr>
        <p:spPr>
          <a:xfrm flipH="1">
            <a:off x="8378772" y="3006693"/>
            <a:ext cx="142971" cy="15105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Straight Connector 55">
            <a:extLst>
              <a:ext uri="{FF2B5EF4-FFF2-40B4-BE49-F238E27FC236}">
                <a16:creationId xmlns:a16="http://schemas.microsoft.com/office/drawing/2014/main" id="{A6E95B61-00D3-7DC1-1C4B-7E33E8AD66B5}"/>
              </a:ext>
            </a:extLst>
          </p:cNvPr>
          <p:cNvCxnSpPr/>
          <p:nvPr/>
        </p:nvCxnSpPr>
        <p:spPr>
          <a:xfrm>
            <a:off x="8521743" y="3006693"/>
            <a:ext cx="126349" cy="16150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26" name="Picture 2">
            <a:extLst>
              <a:ext uri="{FF2B5EF4-FFF2-40B4-BE49-F238E27FC236}">
                <a16:creationId xmlns:a16="http://schemas.microsoft.com/office/drawing/2014/main" id="{84C832F3-2EEF-EE38-7F93-CC21F84F414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18927" y="2323085"/>
            <a:ext cx="1441450" cy="7817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2" descr="How to Download Microsoft Azure Architecture Icons?">
            <a:extLst>
              <a:ext uri="{FF2B5EF4-FFF2-40B4-BE49-F238E27FC236}">
                <a16:creationId xmlns:a16="http://schemas.microsoft.com/office/drawing/2014/main" id="{40802CD9-79B7-B0B9-2BE5-BFF73B249F7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48385" y="1254826"/>
            <a:ext cx="712532" cy="7125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2398777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13</Words>
  <Application>Microsoft Office PowerPoint</Application>
  <PresentationFormat>Widescreen</PresentationFormat>
  <Paragraphs>7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Andrew Liew</dc:creator>
  <cp:lastModifiedBy>Andrew Liew</cp:lastModifiedBy>
  <cp:revision>3</cp:revision>
  <dcterms:created xsi:type="dcterms:W3CDTF">2024-09-22T03:05:38Z</dcterms:created>
  <dcterms:modified xsi:type="dcterms:W3CDTF">2025-02-08T23:32:22Z</dcterms:modified>
</cp:coreProperties>
</file>